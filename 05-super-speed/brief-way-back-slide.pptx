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05-super-speed/brief-way-back.md page 1. Figures are from my queries of the pings table and a replay of the routing code, not yet confirmed by Ravi Menon. Page 2 of the brief holds the evidence, rejected options and open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B2A41"/>
                </a:solidFill>
                <a:latin typeface="Calibri"/>
              </a:rPr>
              <a:t>Give quiet responders a way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</a:rPr>
              <a:t>After release 4.2 (12 Aug), some responders stopped receiving callout offers, and nothing lets them recover.</a:t>
            </a:r>
          </a:p>
        </p:txBody>
      </p:sp>
      <p:sp>
        <p:nvSpPr>
          <p:cNvPr id="4" name="Stat panel"/>
          <p:cNvSpPr/>
          <p:nvPr/>
        </p:nvSpPr>
        <p:spPr>
          <a:xfrm>
            <a:off x="457200" y="1417320"/>
            <a:ext cx="2743200" cy="21488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D9531E"/>
                </a:solidFill>
                <a:latin typeface="Calibri"/>
              </a:rPr>
              <a:t>4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A41"/>
                </a:solidFill>
                <a:latin typeface="Calibri"/>
              </a:rPr>
              <a:t>responders now get 1 ping a week or fewer (was about 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D9531E"/>
                </a:solidFill>
                <a:latin typeface="Calibri"/>
              </a:rPr>
              <a:t>5.5% → 11.1%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A41"/>
                </a:solidFill>
                <a:latin typeface="Calibri"/>
              </a:rPr>
              <a:t>of callouts had no taker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371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2A41"/>
                </a:solidFill>
                <a:latin typeface="Calibri"/>
              </a:rPr>
              <a:t>What changes</a:t>
            </a:r>
          </a:p>
        </p:txBody>
      </p:sp>
      <p:sp>
        <p:nvSpPr>
          <p:cNvPr id="10" name="Step 1"/>
          <p:cNvSpPr/>
          <p:nvPr/>
        </p:nvSpPr>
        <p:spPr>
          <a:xfrm>
            <a:off x="3566160" y="1828800"/>
            <a:ext cx="365760" cy="36576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783080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1"/>
                </a:solidFill>
                <a:latin typeface="Calibri"/>
              </a:rPr>
              <a:t>The handler is told.</a:t>
            </a:r>
            <a:r>
              <a:rPr sz="1400" b="0">
                <a:solidFill>
                  <a:srgbClr val="1B2A41"/>
                </a:solidFill>
                <a:latin typeface="Calibri"/>
              </a:rPr>
              <a:t> The console says who has gone quiet and why, with one click to restore their standing.</a:t>
            </a:r>
          </a:p>
        </p:txBody>
      </p:sp>
      <p:sp>
        <p:nvSpPr>
          <p:cNvPr id="13" name="Step 2"/>
          <p:cNvSpPr/>
          <p:nvPr/>
        </p:nvSpPr>
        <p:spPr>
          <a:xfrm>
            <a:off x="3566160" y="2432303"/>
            <a:ext cx="365760" cy="36576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432303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386584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1"/>
                </a:solidFill>
                <a:latin typeface="Calibri"/>
              </a:rPr>
              <a:t>An expired ping counts for less</a:t>
            </a:r>
            <a:r>
              <a:rPr sz="1400" b="0">
                <a:solidFill>
                  <a:srgbClr val="1B2A41"/>
                </a:solidFill>
                <a:latin typeface="Calibri"/>
              </a:rPr>
              <a:t> than a turn-down. Missing a phone buzz is not a decision.</a:t>
            </a:r>
          </a:p>
        </p:txBody>
      </p:sp>
      <p:sp>
        <p:nvSpPr>
          <p:cNvPr id="16" name="Step 3"/>
          <p:cNvSpPr/>
          <p:nvPr/>
        </p:nvSpPr>
        <p:spPr>
          <a:xfrm>
            <a:off x="3566160" y="3035808"/>
            <a:ext cx="365760" cy="36576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0358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990088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1"/>
                </a:solidFill>
                <a:latin typeface="Calibri"/>
              </a:rPr>
              <a:t>Rankings recover with time,</a:t>
            </a:r>
            <a:r>
              <a:rPr sz="1400" b="0">
                <a:solidFill>
                  <a:srgbClr val="1B2A41"/>
                </a:solidFill>
                <a:latin typeface="Calibri"/>
              </a:rPr>
              <a:t> so a responder returns for callouts where they are the right person.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</a:rPr>
              <a:t>What it deliberately does not do</a:t>
            </a:r>
          </a:p>
        </p:txBody>
      </p:sp>
      <p:sp>
        <p:nvSpPr>
          <p:cNvPr id="20" name="Not-do 1"/>
          <p:cNvSpPr/>
          <p:nvPr/>
        </p:nvSpPr>
        <p:spPr>
          <a:xfrm>
            <a:off x="457200" y="4005072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05072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A41"/>
                </a:solidFill>
                <a:latin typeface="Calibri"/>
              </a:rPr>
              <a:t>Send a callout to a farther responder just to give someone a turn</a:t>
            </a:r>
          </a:p>
        </p:txBody>
      </p:sp>
      <p:sp>
        <p:nvSpPr>
          <p:cNvPr id="22" name="Not-do 2"/>
          <p:cNvSpPr/>
          <p:nvPr/>
        </p:nvSpPr>
        <p:spPr>
          <a:xfrm>
            <a:off x="3264408" y="4005072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4005072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A41"/>
                </a:solidFill>
                <a:latin typeface="Calibri"/>
              </a:rPr>
              <a:t>Revert 4.2 or change the 60-second wait yet</a:t>
            </a:r>
          </a:p>
        </p:txBody>
      </p:sp>
      <p:sp>
        <p:nvSpPr>
          <p:cNvPr id="24" name="Not-do 3"/>
          <p:cNvSpPr/>
          <p:nvPr/>
        </p:nvSpPr>
        <p:spPr>
          <a:xfrm>
            <a:off x="6071616" y="4005072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5" y="4005072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A41"/>
                </a:solidFill>
                <a:latin typeface="Calibri"/>
              </a:rPr>
              <a:t>Excuse turning jobs down, or touch the Supply availability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1E"/>
                </a:solidFill>
                <a:latin typeface="Calibri"/>
              </a:rPr>
              <a:t>Your call, Helen: </a:t>
            </a:r>
            <a:r>
              <a:rPr sz="1400" b="0">
                <a:solidFill>
                  <a:srgbClr val="1B2A41"/>
                </a:solidFill>
                <a:latin typeface="Calibri"/>
              </a:rPr>
              <a:t>replace the quick number change with this? Does Availability Confidence still stand for Q3?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